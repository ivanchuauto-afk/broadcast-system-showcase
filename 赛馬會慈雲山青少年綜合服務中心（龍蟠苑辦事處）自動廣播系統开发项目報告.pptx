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8" r:id="rId4"/>
    <p:sldId id="269" r:id="rId5"/>
    <p:sldId id="261" r:id="rId6"/>
    <p:sldId id="262" r:id="rId7"/>
    <p:sldId id="263" r:id="rId8"/>
    <p:sldId id="265" r:id="rId9"/>
    <p:sldId id="267"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ie Takoi" userId="ba64fe7020973f7a" providerId="LiveId" clId="{28535C90-025A-462E-84B6-FAF71BC99424}"/>
    <pc:docChg chg="undo custSel addSld delSld modSld sldOrd">
      <pc:chgData name="connie Takoi" userId="ba64fe7020973f7a" providerId="LiveId" clId="{28535C90-025A-462E-84B6-FAF71BC99424}" dt="2026-02-04T09:13:23.028" v="11719" actId="20577"/>
      <pc:docMkLst>
        <pc:docMk/>
      </pc:docMkLst>
      <pc:sldChg chg="addSp delSp modSp mod setBg setClrOvrMap">
        <pc:chgData name="connie Takoi" userId="ba64fe7020973f7a" providerId="LiveId" clId="{28535C90-025A-462E-84B6-FAF71BC99424}" dt="2026-02-03T15:30:24.700" v="10213" actId="20577"/>
        <pc:sldMkLst>
          <pc:docMk/>
          <pc:sldMk cId="2442416998" sldId="256"/>
        </pc:sldMkLst>
        <pc:spChg chg="mod">
          <ac:chgData name="connie Takoi" userId="ba64fe7020973f7a" providerId="LiveId" clId="{28535C90-025A-462E-84B6-FAF71BC99424}" dt="2026-02-03T15:30:24.700" v="10213" actId="20577"/>
          <ac:spMkLst>
            <pc:docMk/>
            <pc:sldMk cId="2442416998" sldId="256"/>
            <ac:spMk id="2" creationId="{8765242E-B53C-322E-1CCB-6D6C7CDB1409}"/>
          </ac:spMkLst>
        </pc:spChg>
        <pc:spChg chg="mod">
          <ac:chgData name="connie Takoi" userId="ba64fe7020973f7a" providerId="LiveId" clId="{28535C90-025A-462E-84B6-FAF71BC99424}" dt="2026-02-01T15:32:08.044" v="7455" actId="20577"/>
          <ac:spMkLst>
            <pc:docMk/>
            <pc:sldMk cId="2442416998" sldId="256"/>
            <ac:spMk id="3" creationId="{81560906-5799-6401-6BAA-B79953DCBB1B}"/>
          </ac:spMkLst>
        </pc:spChg>
        <pc:spChg chg="add">
          <ac:chgData name="connie Takoi" userId="ba64fe7020973f7a" providerId="LiveId" clId="{28535C90-025A-462E-84B6-FAF71BC99424}" dt="2026-01-31T17:01:18.545" v="213" actId="26606"/>
          <ac:spMkLst>
            <pc:docMk/>
            <pc:sldMk cId="2442416998" sldId="256"/>
            <ac:spMk id="48" creationId="{06DA9DF9-31F7-4056-B42E-878CC92417B8}"/>
          </ac:spMkLst>
        </pc:spChg>
        <pc:picChg chg="add mod ord">
          <ac:chgData name="connie Takoi" userId="ba64fe7020973f7a" providerId="LiveId" clId="{28535C90-025A-462E-84B6-FAF71BC99424}" dt="2026-01-31T17:01:18.545" v="213" actId="26606"/>
          <ac:picMkLst>
            <pc:docMk/>
            <pc:sldMk cId="2442416998" sldId="256"/>
            <ac:picMk id="6" creationId="{1BE18015-532D-E151-B420-C9B8C9D9E052}"/>
          </ac:picMkLst>
        </pc:picChg>
      </pc:sldChg>
      <pc:sldChg chg="addSp delSp modSp new del mod modClrScheme chgLayout">
        <pc:chgData name="connie Takoi" userId="ba64fe7020973f7a" providerId="LiveId" clId="{28535C90-025A-462E-84B6-FAF71BC99424}" dt="2026-02-03T13:00:26.096" v="9709" actId="2696"/>
        <pc:sldMkLst>
          <pc:docMk/>
          <pc:sldMk cId="2602881459" sldId="257"/>
        </pc:sldMkLst>
      </pc:sldChg>
      <pc:sldChg chg="addSp delSp modSp new mod ord">
        <pc:chgData name="connie Takoi" userId="ba64fe7020973f7a" providerId="LiveId" clId="{28535C90-025A-462E-84B6-FAF71BC99424}" dt="2026-02-04T09:13:23.028" v="11719" actId="20577"/>
        <pc:sldMkLst>
          <pc:docMk/>
          <pc:sldMk cId="655396236" sldId="258"/>
        </pc:sldMkLst>
        <pc:spChg chg="mod">
          <ac:chgData name="connie Takoi" userId="ba64fe7020973f7a" providerId="LiveId" clId="{28535C90-025A-462E-84B6-FAF71BC99424}" dt="2026-01-31T17:49:15.510" v="2808" actId="1076"/>
          <ac:spMkLst>
            <pc:docMk/>
            <pc:sldMk cId="655396236" sldId="258"/>
            <ac:spMk id="2" creationId="{EB855A72-E65E-C676-874F-B34F6B225E9D}"/>
          </ac:spMkLst>
        </pc:spChg>
        <pc:spChg chg="mod">
          <ac:chgData name="connie Takoi" userId="ba64fe7020973f7a" providerId="LiveId" clId="{28535C90-025A-462E-84B6-FAF71BC99424}" dt="2026-02-04T09:13:23.028" v="11719" actId="20577"/>
          <ac:spMkLst>
            <pc:docMk/>
            <pc:sldMk cId="655396236" sldId="258"/>
            <ac:spMk id="3" creationId="{0B9FC6C3-A8F0-66F8-1E73-14583BB2AC8F}"/>
          </ac:spMkLst>
        </pc:spChg>
      </pc:sldChg>
      <pc:sldChg chg="addSp delSp modSp new del mod modClrScheme chgLayout">
        <pc:chgData name="connie Takoi" userId="ba64fe7020973f7a" providerId="LiveId" clId="{28535C90-025A-462E-84B6-FAF71BC99424}" dt="2026-02-03T13:00:28.328" v="9710" actId="2696"/>
        <pc:sldMkLst>
          <pc:docMk/>
          <pc:sldMk cId="156671317" sldId="260"/>
        </pc:sldMkLst>
        <pc:spChg chg="del mod ord">
          <ac:chgData name="connie Takoi" userId="ba64fe7020973f7a" providerId="LiveId" clId="{28535C90-025A-462E-84B6-FAF71BC99424}" dt="2026-02-03T12:59:39.905" v="9705" actId="21"/>
          <ac:spMkLst>
            <pc:docMk/>
            <pc:sldMk cId="156671317" sldId="260"/>
            <ac:spMk id="3" creationId="{16CF0AC7-DDD9-35FD-81F0-469683C13568}"/>
          </ac:spMkLst>
        </pc:spChg>
        <pc:spChg chg="add mod">
          <ac:chgData name="connie Takoi" userId="ba64fe7020973f7a" providerId="LiveId" clId="{28535C90-025A-462E-84B6-FAF71BC99424}" dt="2026-02-03T12:59:39.905" v="9705" actId="21"/>
          <ac:spMkLst>
            <pc:docMk/>
            <pc:sldMk cId="156671317" sldId="260"/>
            <ac:spMk id="5" creationId="{F019E74B-89B1-91AB-0122-0FCA33760F0D}"/>
          </ac:spMkLst>
        </pc:spChg>
      </pc:sldChg>
      <pc:sldChg chg="modSp new mod">
        <pc:chgData name="connie Takoi" userId="ba64fe7020973f7a" providerId="LiveId" clId="{28535C90-025A-462E-84B6-FAF71BC99424}" dt="2026-02-04T09:01:57.270" v="11681" actId="20577"/>
        <pc:sldMkLst>
          <pc:docMk/>
          <pc:sldMk cId="1498724953" sldId="261"/>
        </pc:sldMkLst>
        <pc:spChg chg="mod">
          <ac:chgData name="connie Takoi" userId="ba64fe7020973f7a" providerId="LiveId" clId="{28535C90-025A-462E-84B6-FAF71BC99424}" dt="2026-02-01T15:11:24.626" v="6748" actId="20577"/>
          <ac:spMkLst>
            <pc:docMk/>
            <pc:sldMk cId="1498724953" sldId="261"/>
            <ac:spMk id="2" creationId="{C11E8EEE-E81E-66D0-66A2-C820D6648EC2}"/>
          </ac:spMkLst>
        </pc:spChg>
        <pc:spChg chg="mod">
          <ac:chgData name="connie Takoi" userId="ba64fe7020973f7a" providerId="LiveId" clId="{28535C90-025A-462E-84B6-FAF71BC99424}" dt="2026-02-04T09:01:57.270" v="11681" actId="20577"/>
          <ac:spMkLst>
            <pc:docMk/>
            <pc:sldMk cId="1498724953" sldId="261"/>
            <ac:spMk id="3" creationId="{FD8FC1D2-68D7-CC6A-E8E8-51487279F38E}"/>
          </ac:spMkLst>
        </pc:spChg>
      </pc:sldChg>
      <pc:sldChg chg="addSp delSp modSp new mod">
        <pc:chgData name="connie Takoi" userId="ba64fe7020973f7a" providerId="LiveId" clId="{28535C90-025A-462E-84B6-FAF71BC99424}" dt="2026-02-01T16:07:16.542" v="8886" actId="478"/>
        <pc:sldMkLst>
          <pc:docMk/>
          <pc:sldMk cId="258729256" sldId="262"/>
        </pc:sldMkLst>
        <pc:spChg chg="mod">
          <ac:chgData name="connie Takoi" userId="ba64fe7020973f7a" providerId="LiveId" clId="{28535C90-025A-462E-84B6-FAF71BC99424}" dt="2026-02-01T15:22:56.371" v="7358" actId="20577"/>
          <ac:spMkLst>
            <pc:docMk/>
            <pc:sldMk cId="258729256" sldId="262"/>
            <ac:spMk id="2" creationId="{93D98742-4FDC-1F08-B30F-2B45AF11C648}"/>
          </ac:spMkLst>
        </pc:spChg>
        <pc:graphicFrameChg chg="add mod modGraphic">
          <ac:chgData name="connie Takoi" userId="ba64fe7020973f7a" providerId="LiveId" clId="{28535C90-025A-462E-84B6-FAF71BC99424}" dt="2026-02-01T16:07:11.852" v="8885" actId="22"/>
          <ac:graphicFrameMkLst>
            <pc:docMk/>
            <pc:sldMk cId="258729256" sldId="262"/>
            <ac:graphicFrameMk id="6" creationId="{34A7A7DA-6375-A815-AFF0-6C90077D85D3}"/>
          </ac:graphicFrameMkLst>
        </pc:graphicFrameChg>
      </pc:sldChg>
      <pc:sldChg chg="addSp delSp modSp new mod">
        <pc:chgData name="connie Takoi" userId="ba64fe7020973f7a" providerId="LiveId" clId="{28535C90-025A-462E-84B6-FAF71BC99424}" dt="2026-02-04T08:02:42.637" v="11587" actId="20577"/>
        <pc:sldMkLst>
          <pc:docMk/>
          <pc:sldMk cId="1017155546" sldId="263"/>
        </pc:sldMkLst>
        <pc:spChg chg="mod">
          <ac:chgData name="connie Takoi" userId="ba64fe7020973f7a" providerId="LiveId" clId="{28535C90-025A-462E-84B6-FAF71BC99424}" dt="2026-02-01T15:28:54.669" v="7417" actId="20577"/>
          <ac:spMkLst>
            <pc:docMk/>
            <pc:sldMk cId="1017155546" sldId="263"/>
            <ac:spMk id="2" creationId="{5A4494DE-6E7A-CB6A-8379-9A8461508E2A}"/>
          </ac:spMkLst>
        </pc:spChg>
        <pc:spChg chg="mod">
          <ac:chgData name="connie Takoi" userId="ba64fe7020973f7a" providerId="LiveId" clId="{28535C90-025A-462E-84B6-FAF71BC99424}" dt="2026-02-04T08:02:42.637" v="11587" actId="20577"/>
          <ac:spMkLst>
            <pc:docMk/>
            <pc:sldMk cId="1017155546" sldId="263"/>
            <ac:spMk id="3" creationId="{937DC30E-DD29-6265-ADF5-94632D3EE014}"/>
          </ac:spMkLst>
        </pc:spChg>
        <pc:spChg chg="add del">
          <ac:chgData name="connie Takoi" userId="ba64fe7020973f7a" providerId="LiveId" clId="{28535C90-025A-462E-84B6-FAF71BC99424}" dt="2026-02-03T15:42:27.561" v="10216" actId="22"/>
          <ac:spMkLst>
            <pc:docMk/>
            <pc:sldMk cId="1017155546" sldId="263"/>
            <ac:spMk id="5" creationId="{C106045E-D759-B013-00A8-6F8891E1731B}"/>
          </ac:spMkLst>
        </pc:spChg>
      </pc:sldChg>
      <pc:sldChg chg="modSp new del mod">
        <pc:chgData name="connie Takoi" userId="ba64fe7020973f7a" providerId="LiveId" clId="{28535C90-025A-462E-84B6-FAF71BC99424}" dt="2026-02-03T15:43:42.962" v="10245" actId="2696"/>
        <pc:sldMkLst>
          <pc:docMk/>
          <pc:sldMk cId="2092037577" sldId="264"/>
        </pc:sldMkLst>
        <pc:spChg chg="mod">
          <ac:chgData name="connie Takoi" userId="ba64fe7020973f7a" providerId="LiveId" clId="{28535C90-025A-462E-84B6-FAF71BC99424}" dt="2026-02-03T15:42:19.781" v="10214" actId="21"/>
          <ac:spMkLst>
            <pc:docMk/>
            <pc:sldMk cId="2092037577" sldId="264"/>
            <ac:spMk id="3" creationId="{E5F1520D-75F7-7FA8-3518-B9BED81B03F8}"/>
          </ac:spMkLst>
        </pc:spChg>
      </pc:sldChg>
      <pc:sldChg chg="addSp delSp modSp new mod">
        <pc:chgData name="connie Takoi" userId="ba64fe7020973f7a" providerId="LiveId" clId="{28535C90-025A-462E-84B6-FAF71BC99424}" dt="2026-02-03T13:03:52.286" v="9850" actId="20577"/>
        <pc:sldMkLst>
          <pc:docMk/>
          <pc:sldMk cId="1131363104" sldId="265"/>
        </pc:sldMkLst>
        <pc:spChg chg="mod">
          <ac:chgData name="connie Takoi" userId="ba64fe7020973f7a" providerId="LiveId" clId="{28535C90-025A-462E-84B6-FAF71BC99424}" dt="2026-02-03T13:03:52.286" v="9850" actId="20577"/>
          <ac:spMkLst>
            <pc:docMk/>
            <pc:sldMk cId="1131363104" sldId="265"/>
            <ac:spMk id="2" creationId="{A089C030-C16D-1BCA-61A1-7C8BCA067143}"/>
          </ac:spMkLst>
        </pc:spChg>
        <pc:spChg chg="mod">
          <ac:chgData name="connie Takoi" userId="ba64fe7020973f7a" providerId="LiveId" clId="{28535C90-025A-462E-84B6-FAF71BC99424}" dt="2026-02-03T13:03:17.030" v="9831" actId="1076"/>
          <ac:spMkLst>
            <pc:docMk/>
            <pc:sldMk cId="1131363104" sldId="265"/>
            <ac:spMk id="3" creationId="{EC5412D1-1BEE-5B2E-9E42-1B0465426F39}"/>
          </ac:spMkLst>
        </pc:spChg>
        <pc:spChg chg="add del">
          <ac:chgData name="connie Takoi" userId="ba64fe7020973f7a" providerId="LiveId" clId="{28535C90-025A-462E-84B6-FAF71BC99424}" dt="2026-02-03T13:03:24.517" v="9833" actId="478"/>
          <ac:spMkLst>
            <pc:docMk/>
            <pc:sldMk cId="1131363104" sldId="265"/>
            <ac:spMk id="5" creationId="{7D1A0682-D111-467A-B27F-10E959733E25}"/>
          </ac:spMkLst>
        </pc:spChg>
        <pc:spChg chg="add del">
          <ac:chgData name="connie Takoi" userId="ba64fe7020973f7a" providerId="LiveId" clId="{28535C90-025A-462E-84B6-FAF71BC99424}" dt="2026-02-03T13:03:20.721" v="9832" actId="478"/>
          <ac:spMkLst>
            <pc:docMk/>
            <pc:sldMk cId="1131363104" sldId="265"/>
            <ac:spMk id="7" creationId="{622462C7-642A-8C1B-1FBB-276EB2C85D5A}"/>
          </ac:spMkLst>
        </pc:spChg>
      </pc:sldChg>
      <pc:sldChg chg="modSp new del mod">
        <pc:chgData name="connie Takoi" userId="ba64fe7020973f7a" providerId="LiveId" clId="{28535C90-025A-462E-84B6-FAF71BC99424}" dt="2026-02-03T13:04:05.864" v="9851" actId="2696"/>
        <pc:sldMkLst>
          <pc:docMk/>
          <pc:sldMk cId="878272412" sldId="266"/>
        </pc:sldMkLst>
        <pc:spChg chg="mod">
          <ac:chgData name="connie Takoi" userId="ba64fe7020973f7a" providerId="LiveId" clId="{28535C90-025A-462E-84B6-FAF71BC99424}" dt="2026-02-03T13:02:54.083" v="9828" actId="21"/>
          <ac:spMkLst>
            <pc:docMk/>
            <pc:sldMk cId="878272412" sldId="266"/>
            <ac:spMk id="2" creationId="{6DADB519-B56A-022A-3580-7B94A8F16528}"/>
          </ac:spMkLst>
        </pc:spChg>
        <pc:spChg chg="mod">
          <ac:chgData name="connie Takoi" userId="ba64fe7020973f7a" providerId="LiveId" clId="{28535C90-025A-462E-84B6-FAF71BC99424}" dt="2026-02-03T13:02:40.687" v="9825" actId="21"/>
          <ac:spMkLst>
            <pc:docMk/>
            <pc:sldMk cId="878272412" sldId="266"/>
            <ac:spMk id="3" creationId="{A0E1B601-F90F-6911-3858-BA02971B5E3D}"/>
          </ac:spMkLst>
        </pc:spChg>
      </pc:sldChg>
      <pc:sldChg chg="addSp delSp modSp new mod">
        <pc:chgData name="connie Takoi" userId="ba64fe7020973f7a" providerId="LiveId" clId="{28535C90-025A-462E-84B6-FAF71BC99424}" dt="2026-02-01T15:54:09.486" v="8818" actId="1076"/>
        <pc:sldMkLst>
          <pc:docMk/>
          <pc:sldMk cId="2354809044" sldId="267"/>
        </pc:sldMkLst>
        <pc:picChg chg="add mod ord">
          <ac:chgData name="connie Takoi" userId="ba64fe7020973f7a" providerId="LiveId" clId="{28535C90-025A-462E-84B6-FAF71BC99424}" dt="2026-02-01T15:54:09.486" v="8818" actId="1076"/>
          <ac:picMkLst>
            <pc:docMk/>
            <pc:sldMk cId="2354809044" sldId="267"/>
            <ac:picMk id="2" creationId="{37ADDE0A-B1B1-2D93-F86B-0556D23D87E2}"/>
          </ac:picMkLst>
        </pc:picChg>
      </pc:sldChg>
      <pc:sldChg chg="modSp new mod">
        <pc:chgData name="connie Takoi" userId="ba64fe7020973f7a" providerId="LiveId" clId="{28535C90-025A-462E-84B6-FAF71BC99424}" dt="2026-02-04T07:55:00.612" v="11358" actId="20577"/>
        <pc:sldMkLst>
          <pc:docMk/>
          <pc:sldMk cId="3449263283" sldId="268"/>
        </pc:sldMkLst>
        <pc:spChg chg="mod">
          <ac:chgData name="connie Takoi" userId="ba64fe7020973f7a" providerId="LiveId" clId="{28535C90-025A-462E-84B6-FAF71BC99424}" dt="2026-02-03T12:52:53.804" v="9320" actId="20577"/>
          <ac:spMkLst>
            <pc:docMk/>
            <pc:sldMk cId="3449263283" sldId="268"/>
            <ac:spMk id="2" creationId="{2BD14B98-665A-2275-A4E1-95A0FC533420}"/>
          </ac:spMkLst>
        </pc:spChg>
        <pc:spChg chg="mod">
          <ac:chgData name="connie Takoi" userId="ba64fe7020973f7a" providerId="LiveId" clId="{28535C90-025A-462E-84B6-FAF71BC99424}" dt="2026-02-04T07:55:00.612" v="11358" actId="20577"/>
          <ac:spMkLst>
            <pc:docMk/>
            <pc:sldMk cId="3449263283" sldId="268"/>
            <ac:spMk id="3" creationId="{8D12CDCF-4B61-E9DC-BB48-DD9317A5E615}"/>
          </ac:spMkLst>
        </pc:spChg>
      </pc:sldChg>
      <pc:sldChg chg="addSp delSp modSp new mod">
        <pc:chgData name="connie Takoi" userId="ba64fe7020973f7a" providerId="LiveId" clId="{28535C90-025A-462E-84B6-FAF71BC99424}" dt="2026-02-04T07:59:26.771" v="11454" actId="20577"/>
        <pc:sldMkLst>
          <pc:docMk/>
          <pc:sldMk cId="3263134157" sldId="269"/>
        </pc:sldMkLst>
        <pc:spChg chg="mod">
          <ac:chgData name="connie Takoi" userId="ba64fe7020973f7a" providerId="LiveId" clId="{28535C90-025A-462E-84B6-FAF71BC99424}" dt="2026-02-04T07:33:45.767" v="10298" actId="1076"/>
          <ac:spMkLst>
            <pc:docMk/>
            <pc:sldMk cId="3263134157" sldId="269"/>
            <ac:spMk id="2" creationId="{30BF3567-E6B3-2F90-C246-1183E19D1968}"/>
          </ac:spMkLst>
        </pc:spChg>
        <pc:spChg chg="del">
          <ac:chgData name="connie Takoi" userId="ba64fe7020973f7a" providerId="LiveId" clId="{28535C90-025A-462E-84B6-FAF71BC99424}" dt="2026-02-03T12:59:43.976" v="9706" actId="22"/>
          <ac:spMkLst>
            <pc:docMk/>
            <pc:sldMk cId="3263134157" sldId="269"/>
            <ac:spMk id="3" creationId="{254DD70E-8CE8-6619-A060-0DA7ABD19B51}"/>
          </ac:spMkLst>
        </pc:spChg>
        <pc:spChg chg="add mod">
          <ac:chgData name="connie Takoi" userId="ba64fe7020973f7a" providerId="LiveId" clId="{28535C90-025A-462E-84B6-FAF71BC99424}" dt="2026-02-04T07:59:26.771" v="11454" actId="20577"/>
          <ac:spMkLst>
            <pc:docMk/>
            <pc:sldMk cId="3263134157" sldId="269"/>
            <ac:spMk id="6" creationId="{E5D77EDC-0C8A-7958-2118-43222B3DBF4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2B9DD7-C29A-F6DF-D730-D35F5BB4B73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74E94FE-1CB2-E865-58BF-9D78EA2256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05E89D-790F-C758-13AE-C1CF5AE69010}"/>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58B8FB6B-0792-5C2F-136B-6B82C32739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37F4E17-C275-6175-13D1-9E7A4A7742BF}"/>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3153695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5FFA8-BB9E-9AFC-3884-CF90E067AB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6DC70F-6136-79C0-06E2-69D4FA5C0CE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38C80E-86FC-EA79-D182-1726E53AD675}"/>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78E7BC4C-8DC2-F1D3-6E16-771D06B8B7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087FC0-0F6E-1771-1F18-EC9709B00FB3}"/>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23523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16D5BA-6DA0-AE1C-7B7E-F83FBE8E07D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5562481-D10B-DBCE-FEBB-CBE4B986F9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5865F4B-3997-482A-E20C-15A94D3EBA01}"/>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D6968D47-1178-50B5-15B6-B865598F8F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4DCDB2-A431-ADD9-8D82-34C3905496AA}"/>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2590241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BEB3B4-EE06-08B1-FED7-A3FF3263EC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231783-8C2A-FDF7-EF00-2EB02B3D06D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D6F7BEB-2EBE-D7BF-21D5-634DD49E10C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76795C7-BAED-D14D-6D72-8BB2F834293B}"/>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6" name="页脚占位符 5">
            <a:extLst>
              <a:ext uri="{FF2B5EF4-FFF2-40B4-BE49-F238E27FC236}">
                <a16:creationId xmlns:a16="http://schemas.microsoft.com/office/drawing/2014/main" id="{A009C410-4776-1BA3-3851-7CAF4F42A2F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E714981-53EA-A435-7DD0-1A7F1DCE7D77}"/>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3611921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85CE30-4FB0-1221-DC9B-607AA373BE8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D3C6438-677F-B5F1-8A32-40FDC4B7A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C1977A9-D8FF-9CDE-1AE3-6AA4A69F167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FF5DF63-D6C1-BD51-1FB7-F249116E49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AA96A85-9313-E6E2-90BC-7C9B56AB6CA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D66429B-75E6-A363-7C85-5298CA674DC5}"/>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8" name="页脚占位符 7">
            <a:extLst>
              <a:ext uri="{FF2B5EF4-FFF2-40B4-BE49-F238E27FC236}">
                <a16:creationId xmlns:a16="http://schemas.microsoft.com/office/drawing/2014/main" id="{D4C366DA-3D6F-924D-ED5D-78C15B1D816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F9314FC-952C-0939-3E8B-11BD460C8202}"/>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2718499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9C1B8A-EF8B-D174-3324-82FFE816DA0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DB935CD-2D3E-C37F-6AC8-6C8A23CB494B}"/>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4" name="页脚占位符 3">
            <a:extLst>
              <a:ext uri="{FF2B5EF4-FFF2-40B4-BE49-F238E27FC236}">
                <a16:creationId xmlns:a16="http://schemas.microsoft.com/office/drawing/2014/main" id="{9E6DFF6C-6AD5-ABE5-BE7B-5C13274AF5E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A18C818-2037-DD83-B891-CCA265B16D20}"/>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2660419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BA84FA-C29E-35CD-A7BF-50B31B0932EE}"/>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3" name="页脚占位符 2">
            <a:extLst>
              <a:ext uri="{FF2B5EF4-FFF2-40B4-BE49-F238E27FC236}">
                <a16:creationId xmlns:a16="http://schemas.microsoft.com/office/drawing/2014/main" id="{D3B09156-CAED-4DAE-6564-D3752F701A9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2861EA0-7476-52C7-A934-9BAD54A431FA}"/>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4213694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42744B-8FE2-788D-E500-99386DFD589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7EF9325-CE42-70E5-2058-07617C35F1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697B753-FE2C-50CA-9814-42CBDCE030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90E036-279D-EFE1-1856-BE0FEB657EE7}"/>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6" name="页脚占位符 5">
            <a:extLst>
              <a:ext uri="{FF2B5EF4-FFF2-40B4-BE49-F238E27FC236}">
                <a16:creationId xmlns:a16="http://schemas.microsoft.com/office/drawing/2014/main" id="{C3555C5C-F1DE-EA3C-7CF4-E6143F7928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D6D4DC-A72A-608F-2044-405D16E776BD}"/>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81556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C4B63B-1F38-8BB7-4177-C2F3DEA522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C64AE33-BA00-088F-2D9F-3C1C014C3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468FCDE-3507-4E3C-E1BA-778824F7D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40F32E-1010-F826-F368-1A40F41A5257}"/>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6" name="页脚占位符 5">
            <a:extLst>
              <a:ext uri="{FF2B5EF4-FFF2-40B4-BE49-F238E27FC236}">
                <a16:creationId xmlns:a16="http://schemas.microsoft.com/office/drawing/2014/main" id="{D285EFE6-95B1-C566-57FF-1E9DE96346A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D9ABE4A-FB3B-EC6E-E9F1-B5D09B04845A}"/>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237353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A309B-BA10-B072-770C-11E915814CE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8B8892F-1359-B8EA-DEA8-7DEEDECD5FE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A9F99F-CB8F-D2A7-DFE9-57DA900E61AA}"/>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C796837D-4C14-ED7E-C5EC-CAC9326757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9D2BE9-76D9-B081-F17A-C19376BB4508}"/>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3237536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7297322-48A3-4913-7114-921E19EFC75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1C2E31D-62B4-9250-1B00-0521A286CE9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F9867D-87F5-3AE5-9CDB-8646154D4419}"/>
              </a:ext>
            </a:extLst>
          </p:cNvPr>
          <p:cNvSpPr>
            <a:spLocks noGrp="1"/>
          </p:cNvSpPr>
          <p:nvPr>
            <p:ph type="dt" sz="half" idx="10"/>
          </p:nvPr>
        </p:nvSpPr>
        <p:spPr/>
        <p:txBody>
          <a:body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6D79FE9E-C612-AD67-876E-609600FD03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3C623A-F1AA-FF1D-D27F-5A386641793D}"/>
              </a:ext>
            </a:extLst>
          </p:cNvPr>
          <p:cNvSpPr>
            <a:spLocks noGrp="1"/>
          </p:cNvSpPr>
          <p:nvPr>
            <p:ph type="sldNum" sz="quarter" idx="12"/>
          </p:nvPr>
        </p:nvSpPr>
        <p:spPr/>
        <p:txBody>
          <a:body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1992255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97209D7-6BAE-40C9-C1D7-7791D27CA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FD0EA3D-A2B4-E773-AD5B-33C8E1E312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0A5EDC-A7FD-F12D-6565-1F3EB75091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748DC9-E907-9D48-9C82-2782C0403CAC}" type="datetimeFigureOut">
              <a:rPr lang="en-US" altLang="zh-CN" smtClean="0"/>
              <a:t>2/4/26</a:t>
            </a:fld>
            <a:endParaRPr lang="zh-CN" altLang="en-US"/>
          </a:p>
        </p:txBody>
      </p:sp>
      <p:sp>
        <p:nvSpPr>
          <p:cNvPr id="5" name="页脚占位符 4">
            <a:extLst>
              <a:ext uri="{FF2B5EF4-FFF2-40B4-BE49-F238E27FC236}">
                <a16:creationId xmlns:a16="http://schemas.microsoft.com/office/drawing/2014/main" id="{C2F3177C-DA00-B143-F444-0639FEE80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17801EE-B07D-8960-1427-17486B47F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9E3DCB-6BD2-334B-93ED-E86DB241E439}" type="slidenum">
              <a:rPr lang="en-US" altLang="zh-CN" smtClean="0"/>
              <a:t>‹#›</a:t>
            </a:fld>
            <a:endParaRPr lang="zh-CN" altLang="en-US"/>
          </a:p>
        </p:txBody>
      </p:sp>
    </p:spTree>
    <p:extLst>
      <p:ext uri="{BB962C8B-B14F-4D97-AF65-F5344CB8AC3E}">
        <p14:creationId xmlns:p14="http://schemas.microsoft.com/office/powerpoint/2010/main" val="825042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8765242E-B53C-322E-1CCB-6D6C7CDB1409}"/>
              </a:ext>
            </a:extLst>
          </p:cNvPr>
          <p:cNvSpPr>
            <a:spLocks noGrp="1"/>
          </p:cNvSpPr>
          <p:nvPr>
            <p:ph type="ctrTitle"/>
          </p:nvPr>
        </p:nvSpPr>
        <p:spPr>
          <a:xfrm>
            <a:off x="0" y="313510"/>
            <a:ext cx="4620584" cy="3124292"/>
          </a:xfrm>
        </p:spPr>
        <p:txBody>
          <a:bodyPr>
            <a:normAutofit/>
          </a:bodyPr>
          <a:lstStyle/>
          <a:p>
            <a:pPr algn="l"/>
            <a:r>
              <a:rPr lang="zh-CN" altLang="en-US" sz="4400" dirty="0"/>
              <a:t>賽馬會慈雲山青少年綜合服務中心（龍蟠苑辦事</a:t>
            </a:r>
            <a:br>
              <a:rPr lang="en-GB" altLang="zh-CN" sz="4400" dirty="0"/>
            </a:br>
            <a:r>
              <a:rPr lang="zh-CN" altLang="en-US" sz="4400" dirty="0"/>
              <a:t>處）自動廣播系統開發計畫報告</a:t>
            </a:r>
          </a:p>
        </p:txBody>
      </p:sp>
      <p:sp>
        <p:nvSpPr>
          <p:cNvPr id="3" name="副标题 2">
            <a:extLst>
              <a:ext uri="{FF2B5EF4-FFF2-40B4-BE49-F238E27FC236}">
                <a16:creationId xmlns:a16="http://schemas.microsoft.com/office/drawing/2014/main" id="{81560906-5799-6401-6BAA-B79953DCBB1B}"/>
              </a:ext>
            </a:extLst>
          </p:cNvPr>
          <p:cNvSpPr>
            <a:spLocks noGrp="1"/>
          </p:cNvSpPr>
          <p:nvPr>
            <p:ph type="subTitle" idx="1"/>
          </p:nvPr>
        </p:nvSpPr>
        <p:spPr>
          <a:xfrm>
            <a:off x="0" y="3429000"/>
            <a:ext cx="4620584" cy="1580316"/>
          </a:xfrm>
        </p:spPr>
        <p:txBody>
          <a:bodyPr>
            <a:normAutofit/>
          </a:bodyPr>
          <a:lstStyle/>
          <a:p>
            <a:pPr algn="l"/>
            <a:r>
              <a:rPr lang="zh-CN" altLang="en-US" dirty="0"/>
              <a:t>報告撰寫人：獨立開發者，賢爺</a:t>
            </a:r>
          </a:p>
          <a:p>
            <a:pPr algn="l"/>
            <a:r>
              <a:rPr lang="zh-CN" altLang="en-US" dirty="0"/>
              <a:t>報告日期：</a:t>
            </a:r>
            <a:r>
              <a:rPr lang="en-US" altLang="zh-CN" dirty="0"/>
              <a:t>2026/2/1</a:t>
            </a:r>
            <a:endParaRPr lang="zh-CN" altLang="en-US" dirty="0"/>
          </a:p>
          <a:p>
            <a:pPr algn="l"/>
            <a:r>
              <a:rPr lang="zh-CN" altLang="en-US" dirty="0"/>
              <a:t>版本：</a:t>
            </a:r>
            <a:r>
              <a:rPr lang="en-US" altLang="zh-CN" dirty="0"/>
              <a:t>V1</a:t>
            </a:r>
            <a:r>
              <a:rPr lang="en-GB" altLang="zh-CN" dirty="0"/>
              <a:t>.0</a:t>
            </a:r>
            <a:endParaRPr lang="zh-CN" altLang="en-US" dirty="0"/>
          </a:p>
        </p:txBody>
      </p:sp>
      <p:pic>
        <p:nvPicPr>
          <p:cNvPr id="6" name="图片 5">
            <a:extLst>
              <a:ext uri="{FF2B5EF4-FFF2-40B4-BE49-F238E27FC236}">
                <a16:creationId xmlns:a16="http://schemas.microsoft.com/office/drawing/2014/main" id="{1BE18015-532D-E151-B420-C9B8C9D9E052}"/>
              </a:ext>
            </a:extLst>
          </p:cNvPr>
          <p:cNvPicPr>
            <a:picLocks noChangeAspect="1"/>
          </p:cNvPicPr>
          <p:nvPr/>
        </p:nvPicPr>
        <p:blipFill>
          <a:blip r:embed="rId2"/>
          <a:srcRect l="2860" r="10194"/>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442416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D14B98-665A-2275-A4E1-95A0FC533420}"/>
              </a:ext>
            </a:extLst>
          </p:cNvPr>
          <p:cNvSpPr>
            <a:spLocks noGrp="1"/>
          </p:cNvSpPr>
          <p:nvPr>
            <p:ph type="title"/>
          </p:nvPr>
        </p:nvSpPr>
        <p:spPr/>
        <p:txBody>
          <a:bodyPr/>
          <a:lstStyle/>
          <a:p>
            <a:r>
              <a:rPr lang="zh-CN" altLang="en-US" dirty="0"/>
              <a:t>項目概述</a:t>
            </a:r>
          </a:p>
        </p:txBody>
      </p:sp>
      <p:sp>
        <p:nvSpPr>
          <p:cNvPr id="3" name="内容占位符 2">
            <a:extLst>
              <a:ext uri="{FF2B5EF4-FFF2-40B4-BE49-F238E27FC236}">
                <a16:creationId xmlns:a16="http://schemas.microsoft.com/office/drawing/2014/main" id="{8D12CDCF-4B61-E9DC-BB48-DD9317A5E615}"/>
              </a:ext>
            </a:extLst>
          </p:cNvPr>
          <p:cNvSpPr>
            <a:spLocks noGrp="1"/>
          </p:cNvSpPr>
          <p:nvPr>
            <p:ph idx="1"/>
          </p:nvPr>
        </p:nvSpPr>
        <p:spPr>
          <a:xfrm>
            <a:off x="838200" y="1674891"/>
            <a:ext cx="10642097" cy="2952593"/>
          </a:xfrm>
        </p:spPr>
        <p:txBody>
          <a:bodyPr/>
          <a:lstStyle/>
          <a:p>
            <a:pPr marL="0" indent="0">
              <a:buNone/>
            </a:pPr>
            <a:r>
              <a:rPr lang="zh-CN" altLang="en-US" dirty="0"/>
              <a:t>本項目為專為賽馬會青少年慈雲山綜合服務中心（龍蟠苑辦事處）的運營需求而開發的自動化廣播系統，核心內容包括：</a:t>
            </a:r>
          </a:p>
          <a:p>
            <a:pPr marL="0" indent="0">
              <a:buNone/>
            </a:pPr>
            <a:r>
              <a:rPr lang="zh-CN" altLang="en-US" dirty="0"/>
              <a:t>定時播報（服務時間，借玩具時間，活動通知）希望能夠替代傳統人工廣播模式，提升本中心的運營效率，同時保證廣播內容的規範性和及時性是適合本中心的需求，和保證本系統全程以輕量化易操作無成本（貴公司為非牟利組織）為主。從而減輕工作人員的工作壓力。</a:t>
            </a:r>
          </a:p>
        </p:txBody>
      </p:sp>
    </p:spTree>
    <p:extLst>
      <p:ext uri="{BB962C8B-B14F-4D97-AF65-F5344CB8AC3E}">
        <p14:creationId xmlns:p14="http://schemas.microsoft.com/office/powerpoint/2010/main" val="3449263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855A72-E65E-C676-874F-B34F6B225E9D}"/>
              </a:ext>
            </a:extLst>
          </p:cNvPr>
          <p:cNvSpPr>
            <a:spLocks noGrp="1"/>
          </p:cNvSpPr>
          <p:nvPr>
            <p:ph type="title"/>
          </p:nvPr>
        </p:nvSpPr>
        <p:spPr>
          <a:xfrm>
            <a:off x="0" y="0"/>
            <a:ext cx="11353800" cy="1325563"/>
          </a:xfrm>
        </p:spPr>
        <p:txBody>
          <a:bodyPr/>
          <a:lstStyle/>
          <a:p>
            <a:r>
              <a:rPr lang="zh-CN" altLang="en-US"/>
              <a:t>為什麼做這個項目？</a:t>
            </a:r>
          </a:p>
        </p:txBody>
      </p:sp>
      <p:sp>
        <p:nvSpPr>
          <p:cNvPr id="3" name="内容占位符 2">
            <a:extLst>
              <a:ext uri="{FF2B5EF4-FFF2-40B4-BE49-F238E27FC236}">
                <a16:creationId xmlns:a16="http://schemas.microsoft.com/office/drawing/2014/main" id="{0B9FC6C3-A8F0-66F8-1E73-14583BB2AC8F}"/>
              </a:ext>
            </a:extLst>
          </p:cNvPr>
          <p:cNvSpPr>
            <a:spLocks noGrp="1"/>
          </p:cNvSpPr>
          <p:nvPr>
            <p:ph idx="1"/>
          </p:nvPr>
        </p:nvSpPr>
        <p:spPr>
          <a:xfrm>
            <a:off x="0" y="1013328"/>
            <a:ext cx="12192000" cy="5505167"/>
          </a:xfrm>
          <a:ln w="3175">
            <a:solidFill>
              <a:schemeClr val="tx1"/>
            </a:solidFill>
          </a:ln>
        </p:spPr>
        <p:txBody>
          <a:bodyPr>
            <a:noAutofit/>
          </a:bodyPr>
          <a:lstStyle/>
          <a:p>
            <a:pPr marL="0" indent="0">
              <a:buNone/>
            </a:pPr>
            <a:r>
              <a:rPr lang="zh-CN" altLang="en-US" sz="2300" dirty="0"/>
              <a:t>本人在貴中心停留的時候目前發現貴中心的痛點有很多，對中心的使用者有不便，包括：</a:t>
            </a:r>
          </a:p>
          <a:p>
            <a:pPr marL="0" indent="0">
              <a:buNone/>
            </a:pPr>
            <a:r>
              <a:rPr lang="en-US" altLang="zh-CN" sz="2300" dirty="0"/>
              <a:t>1.⁠ ⁠</a:t>
            </a:r>
            <a:r>
              <a:rPr lang="zh-CN" altLang="en-US" sz="2300" dirty="0"/>
              <a:t>前台的人數不足：在我近期使用貴中心的時候，發現貴中心的前台人數嚴重不足，無法處理一些日常情況，例如：有小朋友需要歸還玩具或無法接待一些前來詢問的人；</a:t>
            </a:r>
          </a:p>
          <a:p>
            <a:pPr marL="0" indent="0">
              <a:buNone/>
            </a:pPr>
            <a:r>
              <a:rPr lang="en-US" altLang="zh-CN" sz="2300" dirty="0"/>
              <a:t>2.</a:t>
            </a:r>
            <a:r>
              <a:rPr lang="zh-CN" altLang="en-US" sz="2300" dirty="0"/>
              <a:t>小​​朋友提早借玩具</a:t>
            </a:r>
            <a:r>
              <a:rPr lang="en-US" altLang="zh-CN" sz="2300" dirty="0"/>
              <a:t>/</a:t>
            </a:r>
            <a:r>
              <a:rPr lang="zh-CN" altLang="en-US" sz="2300" dirty="0"/>
              <a:t>過遲歸還玩具：經過我長時間駐守貴中心做義工的時侯，發現有部份小朋友不知悉貴中心的借玩具時間，而提早借玩具，或不知悉貴中心的結束營業時間，而過遲歸還玩具，這會令到中心職員需要把玩具放到指定位置才能下班，因而加重職員的工作壓力。</a:t>
            </a:r>
          </a:p>
          <a:p>
            <a:pPr marL="0" indent="0">
              <a:buNone/>
            </a:pPr>
            <a:r>
              <a:rPr lang="en-US" altLang="zh-CN" sz="2300" dirty="0"/>
              <a:t>3</a:t>
            </a:r>
            <a:r>
              <a:rPr lang="en-GB" altLang="zh-CN" sz="2300" dirty="0"/>
              <a:t>.</a:t>
            </a:r>
            <a:r>
              <a:rPr lang="zh-CN" altLang="en-US" sz="2300" dirty="0"/>
              <a:t> 活动集合問题</a:t>
            </a:r>
            <a:r>
              <a:rPr lang="en-GB" altLang="zh-CN" sz="2300" dirty="0"/>
              <a:t>:</a:t>
            </a:r>
            <a:r>
              <a:rPr lang="zh-CN" altLang="en-US" sz="2300" dirty="0"/>
              <a:t>活动即将开始时，小朋友</a:t>
            </a:r>
            <a:r>
              <a:rPr lang="en-US" altLang="zh-CN" sz="2300" dirty="0"/>
              <a:t>/</a:t>
            </a:r>
            <a:r>
              <a:rPr lang="zh-CN" altLang="en-US" sz="2300" dirty="0"/>
              <a:t>參加活动的人士不知道時間</a:t>
            </a:r>
            <a:r>
              <a:rPr lang="en-US" altLang="zh-CN" sz="2300" dirty="0"/>
              <a:t>/</a:t>
            </a:r>
            <a:r>
              <a:rPr lang="zh-CN" altLang="en-US" sz="2300" dirty="0"/>
              <a:t>在那里集合，影響活動進度</a:t>
            </a:r>
          </a:p>
          <a:p>
            <a:pPr marL="0" indent="0">
              <a:buNone/>
            </a:pPr>
            <a:r>
              <a:rPr lang="zh-CN" altLang="en-US" sz="2300" dirty="0"/>
              <a:t>在看到上述的問題之後，我發現貴中心需要一些自動化系統，因此研發這套「簡單好用、零成本」的系統，既解決實際運營痛點，也通過實戰項目優化技術能力，備戰未來高級文憑課程基礎，最終為中心提供免費可用的實用工具。</a:t>
            </a:r>
          </a:p>
        </p:txBody>
      </p:sp>
    </p:spTree>
    <p:extLst>
      <p:ext uri="{BB962C8B-B14F-4D97-AF65-F5344CB8AC3E}">
        <p14:creationId xmlns:p14="http://schemas.microsoft.com/office/powerpoint/2010/main" val="65539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BF3567-E6B3-2F90-C246-1183E19D1968}"/>
              </a:ext>
            </a:extLst>
          </p:cNvPr>
          <p:cNvSpPr>
            <a:spLocks noGrp="1"/>
          </p:cNvSpPr>
          <p:nvPr>
            <p:ph type="title"/>
          </p:nvPr>
        </p:nvSpPr>
        <p:spPr>
          <a:xfrm>
            <a:off x="0" y="0"/>
            <a:ext cx="3646535" cy="1118637"/>
          </a:xfrm>
        </p:spPr>
        <p:txBody>
          <a:bodyPr/>
          <a:lstStyle/>
          <a:p>
            <a:r>
              <a:rPr lang="zh-CN" altLang="en-US" dirty="0"/>
              <a:t>項目核心目標</a:t>
            </a:r>
          </a:p>
        </p:txBody>
      </p:sp>
      <p:sp>
        <p:nvSpPr>
          <p:cNvPr id="6" name="内容占位符 2">
            <a:extLst>
              <a:ext uri="{FF2B5EF4-FFF2-40B4-BE49-F238E27FC236}">
                <a16:creationId xmlns:a16="http://schemas.microsoft.com/office/drawing/2014/main" id="{E5D77EDC-0C8A-7958-2118-43222B3DBF48}"/>
              </a:ext>
            </a:extLst>
          </p:cNvPr>
          <p:cNvSpPr>
            <a:spLocks noGrp="1"/>
          </p:cNvSpPr>
          <p:nvPr>
            <p:ph idx="1"/>
          </p:nvPr>
        </p:nvSpPr>
        <p:spPr>
          <a:xfrm>
            <a:off x="1" y="1118637"/>
            <a:ext cx="12008416" cy="5739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500" dirty="0"/>
              <a:t>本系統會是一個自動廣播系統包含以下的核心功能：</a:t>
            </a:r>
          </a:p>
          <a:p>
            <a:pPr marL="0" indent="0">
              <a:buNone/>
            </a:pPr>
            <a:r>
              <a:rPr lang="en-US" altLang="zh-CN" sz="2500" dirty="0"/>
              <a:t>1:</a:t>
            </a:r>
            <a:r>
              <a:rPr lang="zh-CN" altLang="en-US" sz="2500" dirty="0"/>
              <a:t>關門前</a:t>
            </a:r>
            <a:r>
              <a:rPr lang="en-US" altLang="zh-CN" sz="2500" dirty="0"/>
              <a:t>15</a:t>
            </a:r>
            <a:r>
              <a:rPr lang="zh-CN" altLang="en-US" sz="2500" dirty="0"/>
              <a:t>分鐘自動播報</a:t>
            </a:r>
          </a:p>
          <a:p>
            <a:pPr marL="0" indent="0">
              <a:buNone/>
            </a:pPr>
            <a:r>
              <a:rPr lang="zh-CN" altLang="en-US" sz="2500" dirty="0"/>
              <a:t>本系統將會在貴中心關門前</a:t>
            </a:r>
            <a:r>
              <a:rPr lang="en-US" altLang="zh-CN" sz="2500" dirty="0"/>
              <a:t>15</a:t>
            </a:r>
            <a:r>
              <a:rPr lang="zh-CN" altLang="en-US" sz="2500" dirty="0"/>
              <a:t>分鐘自動播報「中心嘅會員請留意，中心嘅開放時間剩餘</a:t>
            </a:r>
            <a:r>
              <a:rPr lang="en-US" altLang="zh-CN" sz="2500" dirty="0"/>
              <a:t>15</a:t>
            </a:r>
            <a:r>
              <a:rPr lang="zh-CN" altLang="en-US" sz="2500" dirty="0"/>
              <a:t>分鐘，請尚未歸還玩具的會員盡快歸還玩具，中心明天的服务時间為（</a:t>
            </a:r>
            <a:r>
              <a:rPr lang="en-GB" altLang="zh-CN" sz="2500" dirty="0"/>
              <a:t>HH:</a:t>
            </a:r>
            <a:r>
              <a:rPr lang="zh-CN" altLang="en-US" sz="2500" dirty="0"/>
              <a:t> </a:t>
            </a:r>
            <a:r>
              <a:rPr lang="en-US" altLang="zh-CN" sz="2500" dirty="0"/>
              <a:t>MM</a:t>
            </a:r>
            <a:r>
              <a:rPr lang="en-GB" altLang="zh-CN" sz="2500" dirty="0"/>
              <a:t>)</a:t>
            </a:r>
            <a:r>
              <a:rPr lang="zh-CN" altLang="en-US" sz="2500" dirty="0"/>
              <a:t>多謝合作</a:t>
            </a:r>
          </a:p>
          <a:p>
            <a:pPr marL="0" indent="0">
              <a:buNone/>
            </a:pPr>
            <a:r>
              <a:rPr lang="en-US" altLang="zh-CN" sz="2500" dirty="0"/>
              <a:t>2:</a:t>
            </a:r>
            <a:r>
              <a:rPr lang="zh-CN" altLang="en-US" sz="2500" dirty="0"/>
              <a:t>玩具借還時段自動播報：</a:t>
            </a:r>
          </a:p>
          <a:p>
            <a:pPr marL="0" indent="0">
              <a:buNone/>
            </a:pPr>
            <a:r>
              <a:rPr lang="zh-CN" altLang="en-US" sz="2500" dirty="0"/>
              <a:t>本系統將會在貴中心</a:t>
            </a:r>
            <a:r>
              <a:rPr lang="en-US" altLang="zh-CN" sz="2500" dirty="0"/>
              <a:t>10:00-10:15</a:t>
            </a:r>
            <a:r>
              <a:rPr lang="zh-CN" altLang="en-US" sz="2500" dirty="0"/>
              <a:t>期間自動播放「中心的會員請留意，中心的借用玩具時間為上午十時十五分，多謝合作</a:t>
            </a:r>
          </a:p>
          <a:p>
            <a:pPr marL="0" indent="0">
              <a:buNone/>
            </a:pPr>
            <a:r>
              <a:rPr lang="en-US" altLang="zh-CN" sz="2500" dirty="0"/>
              <a:t>3</a:t>
            </a:r>
            <a:r>
              <a:rPr lang="en-GB" altLang="zh-CN" sz="2500" dirty="0"/>
              <a:t>.</a:t>
            </a:r>
            <a:r>
              <a:rPr lang="zh-CN" altLang="en-US" sz="2500" dirty="0"/>
              <a:t> 活動通知：當贵中心有任何即将進行的活動，中心職員只需接下（活動）的程序，即可播報該活動的時間和集合地點，職員可集中精力去做活動的準備</a:t>
            </a:r>
          </a:p>
        </p:txBody>
      </p:sp>
    </p:spTree>
    <p:extLst>
      <p:ext uri="{BB962C8B-B14F-4D97-AF65-F5344CB8AC3E}">
        <p14:creationId xmlns:p14="http://schemas.microsoft.com/office/powerpoint/2010/main" val="3263134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1E8EEE-E81E-66D0-66A2-C820D6648EC2}"/>
              </a:ext>
            </a:extLst>
          </p:cNvPr>
          <p:cNvSpPr>
            <a:spLocks noGrp="1"/>
          </p:cNvSpPr>
          <p:nvPr>
            <p:ph type="title"/>
          </p:nvPr>
        </p:nvSpPr>
        <p:spPr/>
        <p:txBody>
          <a:bodyPr/>
          <a:lstStyle/>
          <a:p>
            <a:r>
              <a:rPr lang="zh-CN" altLang="en-US" dirty="0"/>
              <a:t>需貴中心配合</a:t>
            </a:r>
          </a:p>
        </p:txBody>
      </p:sp>
      <p:sp>
        <p:nvSpPr>
          <p:cNvPr id="3" name="内容占位符 2">
            <a:extLst>
              <a:ext uri="{FF2B5EF4-FFF2-40B4-BE49-F238E27FC236}">
                <a16:creationId xmlns:a16="http://schemas.microsoft.com/office/drawing/2014/main" id="{FD8FC1D2-68D7-CC6A-E8E8-51487279F38E}"/>
              </a:ext>
            </a:extLst>
          </p:cNvPr>
          <p:cNvSpPr>
            <a:spLocks noGrp="1"/>
          </p:cNvSpPr>
          <p:nvPr>
            <p:ph idx="1"/>
          </p:nvPr>
        </p:nvSpPr>
        <p:spPr/>
        <p:txBody>
          <a:bodyPr/>
          <a:lstStyle/>
          <a:p>
            <a:pPr marL="0" indent="0">
              <a:buNone/>
            </a:pPr>
            <a:r>
              <a:rPr lang="zh-CN" altLang="en-US" dirty="0"/>
              <a:t>硬件：</a:t>
            </a:r>
          </a:p>
          <a:p>
            <a:pPr marL="0" indent="0">
              <a:buNone/>
            </a:pPr>
            <a:r>
              <a:rPr lang="en-US" altLang="zh-CN" dirty="0"/>
              <a:t>1</a:t>
            </a:r>
            <a:r>
              <a:rPr lang="zh-CN" altLang="en-US" dirty="0"/>
              <a:t>一台電腦（主控台／终端）</a:t>
            </a:r>
          </a:p>
          <a:p>
            <a:pPr marL="0" indent="0">
              <a:buNone/>
            </a:pPr>
            <a:r>
              <a:rPr lang="en-US" altLang="zh-CN" dirty="0"/>
              <a:t>2</a:t>
            </a:r>
            <a:r>
              <a:rPr lang="en-GB" altLang="zh-CN" dirty="0"/>
              <a:t>)</a:t>
            </a:r>
            <a:r>
              <a:rPr lang="zh-CN" altLang="en-US" dirty="0"/>
              <a:t> 聲音播放设備</a:t>
            </a:r>
            <a:endParaRPr lang="en-GB" altLang="zh-CN" dirty="0"/>
          </a:p>
          <a:p>
            <a:pPr marL="0" indent="0">
              <a:buNone/>
            </a:pPr>
            <a:r>
              <a:rPr lang="en-GB" altLang="zh-CN" dirty="0"/>
              <a:t>3)</a:t>
            </a:r>
            <a:r>
              <a:rPr lang="zh-CN" altLang="en-US" dirty="0"/>
              <a:t>贵中心的区域（房間數量</a:t>
            </a:r>
            <a:r>
              <a:rPr lang="en-US" altLang="zh-CN" dirty="0"/>
              <a:t>/</a:t>
            </a:r>
            <a:r>
              <a:rPr lang="zh-CN" altLang="en-US" dirty="0"/>
              <a:t>大小）</a:t>
            </a:r>
          </a:p>
          <a:p>
            <a:pPr marL="0" indent="0">
              <a:buNone/>
            </a:pPr>
            <a:r>
              <a:rPr lang="zh-CN" altLang="en-US" dirty="0"/>
              <a:t>軟件：</a:t>
            </a:r>
          </a:p>
          <a:p>
            <a:pPr marL="0" indent="0">
              <a:buNone/>
            </a:pPr>
            <a:r>
              <a:rPr lang="zh-CN" altLang="en-US" dirty="0"/>
              <a:t>能夠安裝</a:t>
            </a:r>
            <a:r>
              <a:rPr lang="en-US" altLang="zh-CN" dirty="0"/>
              <a:t>python</a:t>
            </a:r>
            <a:r>
              <a:rPr lang="zh-CN" altLang="en-US" dirty="0"/>
              <a:t>程式（主要使用</a:t>
            </a:r>
            <a:r>
              <a:rPr lang="en-US" altLang="zh-CN" dirty="0"/>
              <a:t>python3</a:t>
            </a:r>
            <a:r>
              <a:rPr lang="en-GB" altLang="zh-CN" dirty="0"/>
              <a:t>.14.2)</a:t>
            </a:r>
            <a:endParaRPr lang="zh-CN" altLang="en-US" dirty="0"/>
          </a:p>
          <a:p>
            <a:pPr marL="0" indent="0">
              <a:buNone/>
            </a:pPr>
            <a:endParaRPr lang="en-US" altLang="zh-CN" dirty="0"/>
          </a:p>
        </p:txBody>
      </p:sp>
    </p:spTree>
    <p:extLst>
      <p:ext uri="{BB962C8B-B14F-4D97-AF65-F5344CB8AC3E}">
        <p14:creationId xmlns:p14="http://schemas.microsoft.com/office/powerpoint/2010/main" val="1498724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98742-4FDC-1F08-B30F-2B45AF11C648}"/>
              </a:ext>
            </a:extLst>
          </p:cNvPr>
          <p:cNvSpPr>
            <a:spLocks noGrp="1"/>
          </p:cNvSpPr>
          <p:nvPr>
            <p:ph type="title"/>
          </p:nvPr>
        </p:nvSpPr>
        <p:spPr/>
        <p:txBody>
          <a:bodyPr/>
          <a:lstStyle/>
          <a:p>
            <a:r>
              <a:rPr lang="zh-CN" altLang="en-US" dirty="0"/>
              <a:t>實施階段</a:t>
            </a:r>
          </a:p>
        </p:txBody>
      </p:sp>
      <p:graphicFrame>
        <p:nvGraphicFramePr>
          <p:cNvPr id="6" name="表格 5">
            <a:extLst>
              <a:ext uri="{FF2B5EF4-FFF2-40B4-BE49-F238E27FC236}">
                <a16:creationId xmlns:a16="http://schemas.microsoft.com/office/drawing/2014/main" id="{34A7A7DA-6375-A815-AFF0-6C90077D85D3}"/>
              </a:ext>
            </a:extLst>
          </p:cNvPr>
          <p:cNvGraphicFramePr>
            <a:graphicFrameLocks noGrp="1"/>
          </p:cNvGraphicFramePr>
          <p:nvPr>
            <p:extLst>
              <p:ext uri="{D42A27DB-BD31-4B8C-83A1-F6EECF244321}">
                <p14:modId xmlns:p14="http://schemas.microsoft.com/office/powerpoint/2010/main" val="613102500"/>
              </p:ext>
            </p:extLst>
          </p:nvPr>
        </p:nvGraphicFramePr>
        <p:xfrm>
          <a:off x="736852" y="1580583"/>
          <a:ext cx="10730871" cy="5190970"/>
        </p:xfrm>
        <a:graphic>
          <a:graphicData uri="http://schemas.openxmlformats.org/drawingml/2006/table">
            <a:tbl>
              <a:tblPr bandRow="1">
                <a:tableStyleId>{BC89EF96-8CEA-46FF-86C4-4CE0E7609802}</a:tableStyleId>
              </a:tblPr>
              <a:tblGrid>
                <a:gridCol w="3576957">
                  <a:extLst>
                    <a:ext uri="{9D8B030D-6E8A-4147-A177-3AD203B41FA5}">
                      <a16:colId xmlns:a16="http://schemas.microsoft.com/office/drawing/2014/main" val="2333686825"/>
                    </a:ext>
                  </a:extLst>
                </a:gridCol>
                <a:gridCol w="3576957">
                  <a:extLst>
                    <a:ext uri="{9D8B030D-6E8A-4147-A177-3AD203B41FA5}">
                      <a16:colId xmlns:a16="http://schemas.microsoft.com/office/drawing/2014/main" val="245416532"/>
                    </a:ext>
                  </a:extLst>
                </a:gridCol>
                <a:gridCol w="3576957">
                  <a:extLst>
                    <a:ext uri="{9D8B030D-6E8A-4147-A177-3AD203B41FA5}">
                      <a16:colId xmlns:a16="http://schemas.microsoft.com/office/drawing/2014/main" val="675498817"/>
                    </a:ext>
                  </a:extLst>
                </a:gridCol>
              </a:tblGrid>
              <a:tr h="1059382">
                <a:tc>
                  <a:txBody>
                    <a:bodyPr/>
                    <a:lstStyle/>
                    <a:p>
                      <a:r>
                        <a:rPr lang="zh-CN" altLang="en-US" dirty="0"/>
                        <a:t>確認需求及設計</a:t>
                      </a:r>
                    </a:p>
                  </a:txBody>
                  <a:tcPr/>
                </a:tc>
                <a:tc>
                  <a:txBody>
                    <a:bodyPr/>
                    <a:lstStyle/>
                    <a:p>
                      <a:r>
                        <a:rPr lang="en-US" altLang="zh-CN" dirty="0"/>
                        <a:t>1-2</a:t>
                      </a:r>
                      <a:r>
                        <a:rPr lang="zh-CN" altLang="en-US" dirty="0"/>
                        <a:t>週</a:t>
                      </a:r>
                    </a:p>
                  </a:txBody>
                  <a:tcPr/>
                </a:tc>
                <a:tc>
                  <a:txBody>
                    <a:bodyPr/>
                    <a:lstStyle/>
                    <a:p>
                      <a:r>
                        <a:rPr lang="zh-CN" altLang="en-US" dirty="0"/>
                        <a:t>我會同貴中心的員工確認廣播時段及內容與分區需求，以製作</a:t>
                      </a:r>
                      <a:r>
                        <a:rPr lang="af-ZA" altLang="zh-CN" dirty="0"/>
                        <a:t>Demo</a:t>
                      </a:r>
                      <a:endParaRPr lang="zh-CN" altLang="en-US" dirty="0"/>
                    </a:p>
                  </a:txBody>
                  <a:tcPr/>
                </a:tc>
                <a:extLst>
                  <a:ext uri="{0D108BD9-81ED-4DB2-BD59-A6C34878D82A}">
                    <a16:rowId xmlns:a16="http://schemas.microsoft.com/office/drawing/2014/main" val="1777844006"/>
                  </a:ext>
                </a:extLst>
              </a:tr>
              <a:tr h="1377196">
                <a:tc>
                  <a:txBody>
                    <a:bodyPr/>
                    <a:lstStyle/>
                    <a:p>
                      <a:r>
                        <a:rPr lang="zh-CN" altLang="en-US" dirty="0"/>
                        <a:t>系統開發與測試</a:t>
                      </a:r>
                    </a:p>
                  </a:txBody>
                  <a:tcPr/>
                </a:tc>
                <a:tc>
                  <a:txBody>
                    <a:bodyPr/>
                    <a:lstStyle/>
                    <a:p>
                      <a:r>
                        <a:rPr lang="en-US" altLang="zh-CN" dirty="0"/>
                        <a:t>3-4</a:t>
                      </a:r>
                      <a:r>
                        <a:rPr lang="zh-CN" altLang="en-US" dirty="0"/>
                        <a:t>週</a:t>
                      </a:r>
                    </a:p>
                  </a:txBody>
                  <a:tcPr/>
                </a:tc>
                <a:tc>
                  <a:txBody>
                    <a:bodyPr/>
                    <a:lstStyle/>
                    <a:p>
                      <a:r>
                        <a:rPr lang="zh-CN" altLang="en-US" dirty="0"/>
                        <a:t>我會開發適合貴中心使用的系統，然後在貴中心進行本地功能測試與穩定性驗證</a:t>
                      </a:r>
                    </a:p>
                  </a:txBody>
                  <a:tcPr/>
                </a:tc>
                <a:extLst>
                  <a:ext uri="{0D108BD9-81ED-4DB2-BD59-A6C34878D82A}">
                    <a16:rowId xmlns:a16="http://schemas.microsoft.com/office/drawing/2014/main" val="1210460501"/>
                  </a:ext>
                </a:extLst>
              </a:tr>
              <a:tr h="1377196">
                <a:tc>
                  <a:txBody>
                    <a:bodyPr/>
                    <a:lstStyle/>
                    <a:p>
                      <a:r>
                        <a:rPr lang="zh-CN" altLang="en-US" dirty="0"/>
                        <a:t>現場部署與培訓</a:t>
                      </a:r>
                    </a:p>
                  </a:txBody>
                  <a:tcPr/>
                </a:tc>
                <a:tc>
                  <a:txBody>
                    <a:bodyPr/>
                    <a:lstStyle/>
                    <a:p>
                      <a:r>
                        <a:rPr lang="en-US" altLang="zh-CN" dirty="0"/>
                        <a:t>1-2</a:t>
                      </a:r>
                      <a:r>
                        <a:rPr lang="zh-CN" altLang="en-US" dirty="0"/>
                        <a:t>週</a:t>
                      </a:r>
                    </a:p>
                  </a:txBody>
                  <a:tcPr/>
                </a:tc>
                <a:tc>
                  <a:txBody>
                    <a:bodyPr/>
                    <a:lstStyle/>
                    <a:p>
                      <a:r>
                        <a:rPr lang="zh-CN" altLang="en-US" dirty="0"/>
                        <a:t>安裝系統適用的硬件，及教導員工如何使用系統，交付說明手冊</a:t>
                      </a:r>
                    </a:p>
                  </a:txBody>
                  <a:tcPr/>
                </a:tc>
                <a:extLst>
                  <a:ext uri="{0D108BD9-81ED-4DB2-BD59-A6C34878D82A}">
                    <a16:rowId xmlns:a16="http://schemas.microsoft.com/office/drawing/2014/main" val="1354366610"/>
                  </a:ext>
                </a:extLst>
              </a:tr>
              <a:tr h="1377196">
                <a:tc>
                  <a:txBody>
                    <a:bodyPr/>
                    <a:lstStyle/>
                    <a:p>
                      <a:r>
                        <a:rPr lang="zh-CN" altLang="en-US" dirty="0"/>
                        <a:t>使用系統及持續優化</a:t>
                      </a:r>
                    </a:p>
                  </a:txBody>
                  <a:tcPr/>
                </a:tc>
                <a:tc>
                  <a:txBody>
                    <a:bodyPr/>
                    <a:lstStyle/>
                    <a:p>
                      <a:r>
                        <a:rPr lang="zh-CN" altLang="en-US" dirty="0"/>
                        <a:t>長期</a:t>
                      </a:r>
                    </a:p>
                  </a:txBody>
                  <a:tcPr/>
                </a:tc>
                <a:tc>
                  <a:txBody>
                    <a:bodyPr/>
                    <a:lstStyle/>
                    <a:p>
                      <a:r>
                        <a:rPr lang="zh-CN" altLang="en-US" dirty="0"/>
                        <a:t>系統正式上線運行，免費提供技術支援／免費修復，並收集意見持續優化系統</a:t>
                      </a:r>
                    </a:p>
                  </a:txBody>
                  <a:tcPr/>
                </a:tc>
                <a:extLst>
                  <a:ext uri="{0D108BD9-81ED-4DB2-BD59-A6C34878D82A}">
                    <a16:rowId xmlns:a16="http://schemas.microsoft.com/office/drawing/2014/main" val="2609438454"/>
                  </a:ext>
                </a:extLst>
              </a:tr>
            </a:tbl>
          </a:graphicData>
        </a:graphic>
      </p:graphicFrame>
    </p:spTree>
    <p:extLst>
      <p:ext uri="{BB962C8B-B14F-4D97-AF65-F5344CB8AC3E}">
        <p14:creationId xmlns:p14="http://schemas.microsoft.com/office/powerpoint/2010/main" val="258729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494DE-6E7A-CB6A-8379-9A8461508E2A}"/>
              </a:ext>
            </a:extLst>
          </p:cNvPr>
          <p:cNvSpPr>
            <a:spLocks noGrp="1"/>
          </p:cNvSpPr>
          <p:nvPr>
            <p:ph type="title"/>
          </p:nvPr>
        </p:nvSpPr>
        <p:spPr/>
        <p:txBody>
          <a:bodyPr/>
          <a:lstStyle/>
          <a:p>
            <a:r>
              <a:rPr lang="zh-CN" altLang="en-US" dirty="0"/>
              <a:t>項目優勢與風險評估</a:t>
            </a:r>
          </a:p>
        </p:txBody>
      </p:sp>
      <p:sp>
        <p:nvSpPr>
          <p:cNvPr id="3" name="内容占位符 2">
            <a:extLst>
              <a:ext uri="{FF2B5EF4-FFF2-40B4-BE49-F238E27FC236}">
                <a16:creationId xmlns:a16="http://schemas.microsoft.com/office/drawing/2014/main" id="{937DC30E-DD29-6265-ADF5-94632D3EE014}"/>
              </a:ext>
            </a:extLst>
          </p:cNvPr>
          <p:cNvSpPr>
            <a:spLocks noGrp="1"/>
          </p:cNvSpPr>
          <p:nvPr>
            <p:ph idx="1"/>
          </p:nvPr>
        </p:nvSpPr>
        <p:spPr>
          <a:xfrm>
            <a:off x="0" y="1509382"/>
            <a:ext cx="12222178" cy="5348618"/>
          </a:xfrm>
        </p:spPr>
        <p:txBody>
          <a:bodyPr>
            <a:normAutofit fontScale="92500" lnSpcReduction="20000"/>
          </a:bodyPr>
          <a:lstStyle/>
          <a:p>
            <a:pPr marL="0" indent="0">
              <a:buNone/>
            </a:pPr>
            <a:r>
              <a:rPr lang="zh-CN" altLang="en-US" dirty="0"/>
              <a:t>項目優勢：</a:t>
            </a:r>
          </a:p>
          <a:p>
            <a:pPr marL="0" indent="0">
              <a:buNone/>
            </a:pPr>
            <a:r>
              <a:rPr lang="zh-CN" altLang="en-US" dirty="0"/>
              <a:t>完全免費：又開發到維護全程不用費用，適合貴中心非牟利運營模式</a:t>
            </a:r>
          </a:p>
          <a:p>
            <a:pPr marL="0" indent="0">
              <a:buNone/>
            </a:pPr>
            <a:r>
              <a:rPr lang="zh-CN" altLang="en-US" dirty="0"/>
              <a:t>貼合需求：此系統可解決人手巡邏及時間信息傳遞不祥的核心問題</a:t>
            </a:r>
          </a:p>
          <a:p>
            <a:pPr marL="0" indent="0">
              <a:buNone/>
            </a:pPr>
            <a:r>
              <a:rPr lang="zh-CN" altLang="en-US" dirty="0"/>
              <a:t>簡單易用，無需貴中心職員擁有專業的專業的技術即可上手。</a:t>
            </a:r>
            <a:endParaRPr lang="en-GB" altLang="zh-CN" dirty="0"/>
          </a:p>
          <a:p>
            <a:pPr marL="0" indent="0">
              <a:buNone/>
            </a:pPr>
            <a:r>
              <a:rPr lang="zh-CN" altLang="en-US" dirty="0"/>
              <a:t>可自定義播放內容：可因應貴中心的需求去作出轉換，無需每次都需要程式員過去更改</a:t>
            </a:r>
            <a:endParaRPr lang="en-GB" altLang="zh-CN" dirty="0"/>
          </a:p>
          <a:p>
            <a:pPr marL="0" indent="0">
              <a:buNone/>
            </a:pPr>
            <a:r>
              <a:rPr lang="zh-CN" altLang="en-US" dirty="0"/>
              <a:t>風險評估</a:t>
            </a:r>
            <a:r>
              <a:rPr lang="en-GB" altLang="zh-CN" dirty="0"/>
              <a:t>:</a:t>
            </a:r>
          </a:p>
          <a:p>
            <a:pPr marL="0" indent="0">
              <a:buNone/>
            </a:pPr>
            <a:r>
              <a:rPr lang="zh-CN" altLang="en-US" dirty="0"/>
              <a:t>設備兼容性問題：貴中心可提前測試現有的設備，若存在兼容問題將提供免費的軟件適配方案</a:t>
            </a:r>
          </a:p>
          <a:p>
            <a:pPr marL="0" indent="0">
              <a:buNone/>
            </a:pPr>
            <a:r>
              <a:rPr lang="zh-CN" altLang="en-US" dirty="0"/>
              <a:t>員工接受度與操作習慣本人會提供與系統相關的操作手冊，確保員工能夠使用該系統，並要收集貴中心職員的意見去優化</a:t>
            </a:r>
            <a:r>
              <a:rPr lang="en-GB" altLang="zh-CN" dirty="0"/>
              <a:t>.</a:t>
            </a:r>
          </a:p>
          <a:p>
            <a:pPr marL="0" indent="0">
              <a:buNone/>
            </a:pPr>
            <a:r>
              <a:rPr lang="zh-CN" altLang="en-US" dirty="0"/>
              <a:t>系統穩定性風險：本人會對系統進行多輪測試，上線後提供技術支持，由於本人尚</a:t>
            </a:r>
            <a:endParaRPr lang="en-GB" altLang="zh-CN" dirty="0"/>
          </a:p>
          <a:p>
            <a:pPr marL="0" indent="0">
              <a:buNone/>
            </a:pPr>
            <a:r>
              <a:rPr lang="zh-CN" altLang="en-US" dirty="0"/>
              <a:t>是學生，因此如有系統故障，本人需時響應及解決故障，望貴中心的員工體諒</a:t>
            </a:r>
          </a:p>
        </p:txBody>
      </p:sp>
    </p:spTree>
    <p:extLst>
      <p:ext uri="{BB962C8B-B14F-4D97-AF65-F5344CB8AC3E}">
        <p14:creationId xmlns:p14="http://schemas.microsoft.com/office/powerpoint/2010/main" val="1017155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89C030-C16D-1BCA-61A1-7C8BCA067143}"/>
              </a:ext>
            </a:extLst>
          </p:cNvPr>
          <p:cNvSpPr>
            <a:spLocks noGrp="1"/>
          </p:cNvSpPr>
          <p:nvPr>
            <p:ph type="title"/>
          </p:nvPr>
        </p:nvSpPr>
        <p:spPr/>
        <p:txBody>
          <a:bodyPr/>
          <a:lstStyle/>
          <a:p>
            <a:r>
              <a:rPr lang="zh-CN" altLang="en-US" dirty="0"/>
              <a:t>結论和感谢</a:t>
            </a:r>
          </a:p>
        </p:txBody>
      </p:sp>
      <p:sp>
        <p:nvSpPr>
          <p:cNvPr id="3" name="内容占位符 2">
            <a:extLst>
              <a:ext uri="{FF2B5EF4-FFF2-40B4-BE49-F238E27FC236}">
                <a16:creationId xmlns:a16="http://schemas.microsoft.com/office/drawing/2014/main" id="{EC5412D1-1BEE-5B2E-9E42-1B0465426F39}"/>
              </a:ext>
            </a:extLst>
          </p:cNvPr>
          <p:cNvSpPr>
            <a:spLocks noGrp="1"/>
          </p:cNvSpPr>
          <p:nvPr>
            <p:ph idx="1"/>
          </p:nvPr>
        </p:nvSpPr>
        <p:spPr>
          <a:xfrm>
            <a:off x="838200" y="1838200"/>
            <a:ext cx="10515600" cy="4351338"/>
          </a:xfrm>
        </p:spPr>
        <p:txBody>
          <a:bodyPr/>
          <a:lstStyle/>
          <a:p>
            <a:pPr marL="0" indent="0">
              <a:buNone/>
            </a:pPr>
            <a:r>
              <a:rPr lang="zh-CN" altLang="en-US" dirty="0"/>
              <a:t>本項目希望透過開發一項免費的自動廣播系統能夠有效解決中心的運營問題，提高貴中心的服務效率，亦希望讓我透過實戰積累開發經驗，為未來高級文憑程式與設計作好準備</a:t>
            </a:r>
            <a:endParaRPr lang="en-GB" altLang="zh-CN" dirty="0"/>
          </a:p>
          <a:p>
            <a:pPr marL="0" indent="0">
              <a:buNone/>
            </a:pPr>
            <a:r>
              <a:rPr lang="zh-CN" altLang="en-US" dirty="0"/>
              <a:t>本人衷心感謝賽馬會慈雲山青少年綜合服務中心的所有員工，我希望今次製作系統之後，能夠在貴中心上線使用</a:t>
            </a:r>
            <a:r>
              <a:rPr lang="en-GB" altLang="zh-CN" dirty="0"/>
              <a:t>.</a:t>
            </a:r>
            <a:r>
              <a:rPr lang="zh-CN" altLang="en-US" dirty="0"/>
              <a:t>若貴中心老闆願意使用我的軟件，我定必會全力支援本中心能夠完全使用這系統</a:t>
            </a:r>
            <a:r>
              <a:rPr lang="en-GB" altLang="zh-CN" dirty="0"/>
              <a:t>.</a:t>
            </a:r>
            <a:endParaRPr lang="zh-CN" altLang="en-US" dirty="0"/>
          </a:p>
        </p:txBody>
      </p:sp>
    </p:spTree>
    <p:extLst>
      <p:ext uri="{BB962C8B-B14F-4D97-AF65-F5344CB8AC3E}">
        <p14:creationId xmlns:p14="http://schemas.microsoft.com/office/powerpoint/2010/main" val="1131363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内容占位符 1">
            <a:extLst>
              <a:ext uri="{FF2B5EF4-FFF2-40B4-BE49-F238E27FC236}">
                <a16:creationId xmlns:a16="http://schemas.microsoft.com/office/drawing/2014/main" id="{37ADDE0A-B1B1-2D93-F86B-0556D23D87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6468" y="377228"/>
            <a:ext cx="6491733" cy="6381704"/>
          </a:xfrm>
          <a:prstGeom prst="rect">
            <a:avLst/>
          </a:prstGeom>
        </p:spPr>
      </p:pic>
    </p:spTree>
    <p:extLst>
      <p:ext uri="{BB962C8B-B14F-4D97-AF65-F5344CB8AC3E}">
        <p14:creationId xmlns:p14="http://schemas.microsoft.com/office/powerpoint/2010/main" val="23548090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宽屏</PresentationFormat>
  <Slides>9</Slides>
  <Notes>0</Notes>
  <HiddenSlides>0</HiddenSlides>
  <ScaleCrop>false</ScaleCrop>
  <HeadingPairs>
    <vt:vector size="4" baseType="variant">
      <vt:variant>
        <vt:lpstr>主题</vt:lpstr>
      </vt:variant>
      <vt:variant>
        <vt:i4>1</vt:i4>
      </vt:variant>
      <vt:variant>
        <vt:lpstr>幻灯片标题</vt:lpstr>
      </vt:variant>
      <vt:variant>
        <vt:i4>9</vt:i4>
      </vt:variant>
    </vt:vector>
  </HeadingPairs>
  <TitlesOfParts>
    <vt:vector size="10" baseType="lpstr">
      <vt:lpstr>Office 主题​​</vt:lpstr>
      <vt:lpstr>賽馬會慈雲山青少年綜合服務中心（龍蟠苑辦事 處）自動廣播系統開發計畫報告</vt:lpstr>
      <vt:lpstr>項目概述</vt:lpstr>
      <vt:lpstr>為什麼做這個項目？</vt:lpstr>
      <vt:lpstr>項目核心目標</vt:lpstr>
      <vt:lpstr>需貴中心配合</vt:lpstr>
      <vt:lpstr>實施階段</vt:lpstr>
      <vt:lpstr>項目優勢與風險評估</vt:lpstr>
      <vt:lpstr>結论和感谢</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赛馬會慈雲山青少年綜合服務中心（龍蟠苑辦事處）自動報時廣播系統</dc:title>
  <dc:creator>connie Takoi</dc:creator>
  <cp:lastModifiedBy>connie Takoi</cp:lastModifiedBy>
  <cp:revision>8</cp:revision>
  <dcterms:created xsi:type="dcterms:W3CDTF">2026-01-31T16:49:39Z</dcterms:created>
  <dcterms:modified xsi:type="dcterms:W3CDTF">2026-02-04T09:13:27Z</dcterms:modified>
</cp:coreProperties>
</file>